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66" r:id="rId2"/>
    <p:sldId id="267" r:id="rId3"/>
    <p:sldId id="270" r:id="rId4"/>
    <p:sldId id="271" r:id="rId5"/>
    <p:sldId id="273" r:id="rId6"/>
    <p:sldId id="274" r:id="rId7"/>
    <p:sldId id="275" r:id="rId8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12" userDrawn="1">
          <p15:clr>
            <a:srgbClr val="A4A3A4"/>
          </p15:clr>
        </p15:guide>
        <p15:guide id="2" pos="21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A7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6F9E90-1735-4328-B4AC-D2F7CE019F2C}" v="65" dt="2025-01-03T14:26:06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37" d="100"/>
          <a:sy n="37" d="100"/>
        </p:scale>
        <p:origin x="2266" y="523"/>
      </p:cViewPr>
      <p:guideLst>
        <p:guide orient="horz" pos="2712"/>
        <p:guide pos="21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zeth De Paiva Souza Felipini" userId="2f7fadc0-6bef-48d4-9dfd-93bb5e360887" providerId="ADAL" clId="{5C6F9E90-1735-4328-B4AC-D2F7CE019F2C}"/>
    <pc:docChg chg="undo custSel addSld delSld modSld">
      <pc:chgData name="Elizeth De Paiva Souza Felipini" userId="2f7fadc0-6bef-48d4-9dfd-93bb5e360887" providerId="ADAL" clId="{5C6F9E90-1735-4328-B4AC-D2F7CE019F2C}" dt="2025-01-03T14:30:47.742" v="1019" actId="20577"/>
      <pc:docMkLst>
        <pc:docMk/>
      </pc:docMkLst>
      <pc:sldChg chg="del">
        <pc:chgData name="Elizeth De Paiva Souza Felipini" userId="2f7fadc0-6bef-48d4-9dfd-93bb5e360887" providerId="ADAL" clId="{5C6F9E90-1735-4328-B4AC-D2F7CE019F2C}" dt="2025-01-03T13:21:19.588" v="134" actId="47"/>
        <pc:sldMkLst>
          <pc:docMk/>
          <pc:sldMk cId="3588477973" sldId="258"/>
        </pc:sldMkLst>
      </pc:sldChg>
      <pc:sldChg chg="addSp modSp del mod">
        <pc:chgData name="Elizeth De Paiva Souza Felipini" userId="2f7fadc0-6bef-48d4-9dfd-93bb5e360887" providerId="ADAL" clId="{5C6F9E90-1735-4328-B4AC-D2F7CE019F2C}" dt="2025-01-03T13:21:22.415" v="135" actId="47"/>
        <pc:sldMkLst>
          <pc:docMk/>
          <pc:sldMk cId="2781301218" sldId="259"/>
        </pc:sldMkLst>
        <pc:spChg chg="add mod">
          <ac:chgData name="Elizeth De Paiva Souza Felipini" userId="2f7fadc0-6bef-48d4-9dfd-93bb5e360887" providerId="ADAL" clId="{5C6F9E90-1735-4328-B4AC-D2F7CE019F2C}" dt="2025-01-03T13:18:24.692" v="128" actId="1076"/>
          <ac:spMkLst>
            <pc:docMk/>
            <pc:sldMk cId="2781301218" sldId="259"/>
            <ac:spMk id="2" creationId="{C0277C96-7F76-81DB-AD16-C64F8F1CF137}"/>
          </ac:spMkLst>
        </pc:spChg>
        <pc:picChg chg="mod">
          <ac:chgData name="Elizeth De Paiva Souza Felipini" userId="2f7fadc0-6bef-48d4-9dfd-93bb5e360887" providerId="ADAL" clId="{5C6F9E90-1735-4328-B4AC-D2F7CE019F2C}" dt="2025-01-03T13:17:14.477" v="125" actId="1076"/>
          <ac:picMkLst>
            <pc:docMk/>
            <pc:sldMk cId="2781301218" sldId="259"/>
            <ac:picMk id="11" creationId="{AC736607-AA42-8561-150D-EC7AAE7678A7}"/>
          </ac:picMkLst>
        </pc:picChg>
      </pc:sldChg>
      <pc:sldChg chg="modSp del setBg">
        <pc:chgData name="Elizeth De Paiva Souza Felipini" userId="2f7fadc0-6bef-48d4-9dfd-93bb5e360887" providerId="ADAL" clId="{5C6F9E90-1735-4328-B4AC-D2F7CE019F2C}" dt="2025-01-03T13:21:23.688" v="136" actId="47"/>
        <pc:sldMkLst>
          <pc:docMk/>
          <pc:sldMk cId="1592158239" sldId="260"/>
        </pc:sldMkLst>
        <pc:picChg chg="mod">
          <ac:chgData name="Elizeth De Paiva Souza Felipini" userId="2f7fadc0-6bef-48d4-9dfd-93bb5e360887" providerId="ADAL" clId="{5C6F9E90-1735-4328-B4AC-D2F7CE019F2C}" dt="2025-01-03T13:19:06.349" v="129"/>
          <ac:picMkLst>
            <pc:docMk/>
            <pc:sldMk cId="1592158239" sldId="260"/>
            <ac:picMk id="5" creationId="{457E7240-F373-F389-1E07-9CD10085366D}"/>
          </ac:picMkLst>
        </pc:picChg>
      </pc:sldChg>
      <pc:sldChg chg="addSp delSp modSp del mod">
        <pc:chgData name="Elizeth De Paiva Souza Felipini" userId="2f7fadc0-6bef-48d4-9dfd-93bb5e360887" providerId="ADAL" clId="{5C6F9E90-1735-4328-B4AC-D2F7CE019F2C}" dt="2025-01-03T13:24:32.137" v="159" actId="47"/>
        <pc:sldMkLst>
          <pc:docMk/>
          <pc:sldMk cId="1720586062" sldId="261"/>
        </pc:sldMkLst>
        <pc:spChg chg="mod">
          <ac:chgData name="Elizeth De Paiva Souza Felipini" userId="2f7fadc0-6bef-48d4-9dfd-93bb5e360887" providerId="ADAL" clId="{5C6F9E90-1735-4328-B4AC-D2F7CE019F2C}" dt="2025-01-03T13:24:09.268" v="156" actId="207"/>
          <ac:spMkLst>
            <pc:docMk/>
            <pc:sldMk cId="1720586062" sldId="261"/>
            <ac:spMk id="2" creationId="{2DFF7A82-9BF4-F8F5-16E5-AC85DCDE5FEC}"/>
          </ac:spMkLst>
        </pc:spChg>
        <pc:spChg chg="del">
          <ac:chgData name="Elizeth De Paiva Souza Felipini" userId="2f7fadc0-6bef-48d4-9dfd-93bb5e360887" providerId="ADAL" clId="{5C6F9E90-1735-4328-B4AC-D2F7CE019F2C}" dt="2025-01-03T12:47:30.574" v="60" actId="478"/>
          <ac:spMkLst>
            <pc:docMk/>
            <pc:sldMk cId="1720586062" sldId="261"/>
            <ac:spMk id="3" creationId="{4749FA68-CAF3-F23F-3EAA-ABCC7AE74B80}"/>
          </ac:spMkLst>
        </pc:spChg>
        <pc:spChg chg="add mod">
          <ac:chgData name="Elizeth De Paiva Souza Felipini" userId="2f7fadc0-6bef-48d4-9dfd-93bb5e360887" providerId="ADAL" clId="{5C6F9E90-1735-4328-B4AC-D2F7CE019F2C}" dt="2025-01-03T12:46:21.688" v="40" actId="255"/>
          <ac:spMkLst>
            <pc:docMk/>
            <pc:sldMk cId="1720586062" sldId="261"/>
            <ac:spMk id="4" creationId="{6135EB7E-BA09-3B90-44BB-D0D8BC3F72CF}"/>
          </ac:spMkLst>
        </pc:spChg>
        <pc:spChg chg="add del mod">
          <ac:chgData name="Elizeth De Paiva Souza Felipini" userId="2f7fadc0-6bef-48d4-9dfd-93bb5e360887" providerId="ADAL" clId="{5C6F9E90-1735-4328-B4AC-D2F7CE019F2C}" dt="2025-01-03T12:47:25.309" v="59"/>
          <ac:spMkLst>
            <pc:docMk/>
            <pc:sldMk cId="1720586062" sldId="261"/>
            <ac:spMk id="5" creationId="{5D58BD51-8B17-FD89-FA1A-5C01B6BB4A6E}"/>
          </ac:spMkLst>
        </pc:spChg>
        <pc:spChg chg="add del mod">
          <ac:chgData name="Elizeth De Paiva Souza Felipini" userId="2f7fadc0-6bef-48d4-9dfd-93bb5e360887" providerId="ADAL" clId="{5C6F9E90-1735-4328-B4AC-D2F7CE019F2C}" dt="2025-01-03T12:47:41.728" v="61" actId="478"/>
          <ac:spMkLst>
            <pc:docMk/>
            <pc:sldMk cId="1720586062" sldId="261"/>
            <ac:spMk id="7" creationId="{BECE300D-65A4-6A95-A27E-1D43CDD9074B}"/>
          </ac:spMkLst>
        </pc:spChg>
      </pc:sldChg>
      <pc:sldChg chg="modSp add del mod setBg">
        <pc:chgData name="Elizeth De Paiva Souza Felipini" userId="2f7fadc0-6bef-48d4-9dfd-93bb5e360887" providerId="ADAL" clId="{5C6F9E90-1735-4328-B4AC-D2F7CE019F2C}" dt="2025-01-03T13:33:18.080" v="286" actId="47"/>
        <pc:sldMkLst>
          <pc:docMk/>
          <pc:sldMk cId="998980643" sldId="262"/>
        </pc:sldMkLst>
        <pc:spChg chg="mod">
          <ac:chgData name="Elizeth De Paiva Souza Felipini" userId="2f7fadc0-6bef-48d4-9dfd-93bb5e360887" providerId="ADAL" clId="{5C6F9E90-1735-4328-B4AC-D2F7CE019F2C}" dt="2025-01-03T12:48:47.185" v="69" actId="20577"/>
          <ac:spMkLst>
            <pc:docMk/>
            <pc:sldMk cId="998980643" sldId="262"/>
            <ac:spMk id="2" creationId="{BACC60D2-E99F-98C9-6129-759DABEF2F5D}"/>
          </ac:spMkLst>
        </pc:spChg>
        <pc:spChg chg="mod">
          <ac:chgData name="Elizeth De Paiva Souza Felipini" userId="2f7fadc0-6bef-48d4-9dfd-93bb5e360887" providerId="ADAL" clId="{5C6F9E90-1735-4328-B4AC-D2F7CE019F2C}" dt="2025-01-03T12:51:27.117" v="83" actId="255"/>
          <ac:spMkLst>
            <pc:docMk/>
            <pc:sldMk cId="998980643" sldId="262"/>
            <ac:spMk id="4" creationId="{7989657E-D2DC-3290-CE0A-E00016008230}"/>
          </ac:spMkLst>
        </pc:spChg>
      </pc:sldChg>
      <pc:sldChg chg="modSp add del mod">
        <pc:chgData name="Elizeth De Paiva Souza Felipini" userId="2f7fadc0-6bef-48d4-9dfd-93bb5e360887" providerId="ADAL" clId="{5C6F9E90-1735-4328-B4AC-D2F7CE019F2C}" dt="2025-01-03T13:33:18.866" v="287" actId="47"/>
        <pc:sldMkLst>
          <pc:docMk/>
          <pc:sldMk cId="2658264977" sldId="263"/>
        </pc:sldMkLst>
        <pc:spChg chg="mod">
          <ac:chgData name="Elizeth De Paiva Souza Felipini" userId="2f7fadc0-6bef-48d4-9dfd-93bb5e360887" providerId="ADAL" clId="{5C6F9E90-1735-4328-B4AC-D2F7CE019F2C}" dt="2025-01-03T12:49:54.445" v="77" actId="20577"/>
          <ac:spMkLst>
            <pc:docMk/>
            <pc:sldMk cId="2658264977" sldId="263"/>
            <ac:spMk id="2" creationId="{E0078A08-B80A-572B-AC2E-192B56B22AD0}"/>
          </ac:spMkLst>
        </pc:spChg>
        <pc:spChg chg="mod">
          <ac:chgData name="Elizeth De Paiva Souza Felipini" userId="2f7fadc0-6bef-48d4-9dfd-93bb5e360887" providerId="ADAL" clId="{5C6F9E90-1735-4328-B4AC-D2F7CE019F2C}" dt="2025-01-03T12:51:01.848" v="82" actId="255"/>
          <ac:spMkLst>
            <pc:docMk/>
            <pc:sldMk cId="2658264977" sldId="263"/>
            <ac:spMk id="4" creationId="{3B77487E-D157-B5C3-88C0-8A41EA0158B6}"/>
          </ac:spMkLst>
        </pc:spChg>
      </pc:sldChg>
      <pc:sldChg chg="modSp add del mod">
        <pc:chgData name="Elizeth De Paiva Souza Felipini" userId="2f7fadc0-6bef-48d4-9dfd-93bb5e360887" providerId="ADAL" clId="{5C6F9E90-1735-4328-B4AC-D2F7CE019F2C}" dt="2025-01-03T13:33:19.678" v="288" actId="47"/>
        <pc:sldMkLst>
          <pc:docMk/>
          <pc:sldMk cId="3971278887" sldId="264"/>
        </pc:sldMkLst>
        <pc:spChg chg="mod">
          <ac:chgData name="Elizeth De Paiva Souza Felipini" userId="2f7fadc0-6bef-48d4-9dfd-93bb5e360887" providerId="ADAL" clId="{5C6F9E90-1735-4328-B4AC-D2F7CE019F2C}" dt="2025-01-03T12:53:02.123" v="95" actId="20577"/>
          <ac:spMkLst>
            <pc:docMk/>
            <pc:sldMk cId="3971278887" sldId="264"/>
            <ac:spMk id="2" creationId="{96672D14-E62A-4963-A25A-37D0D6EF16A2}"/>
          </ac:spMkLst>
        </pc:spChg>
        <pc:spChg chg="mod">
          <ac:chgData name="Elizeth De Paiva Souza Felipini" userId="2f7fadc0-6bef-48d4-9dfd-93bb5e360887" providerId="ADAL" clId="{5C6F9E90-1735-4328-B4AC-D2F7CE019F2C}" dt="2025-01-03T12:52:45.809" v="93" actId="20577"/>
          <ac:spMkLst>
            <pc:docMk/>
            <pc:sldMk cId="3971278887" sldId="264"/>
            <ac:spMk id="4" creationId="{C3C871C1-881A-8E5F-7838-94C9F430B9A3}"/>
          </ac:spMkLst>
        </pc:spChg>
      </pc:sldChg>
      <pc:sldChg chg="modSp add del mod">
        <pc:chgData name="Elizeth De Paiva Souza Felipini" userId="2f7fadc0-6bef-48d4-9dfd-93bb5e360887" providerId="ADAL" clId="{5C6F9E90-1735-4328-B4AC-D2F7CE019F2C}" dt="2025-01-03T13:33:21.070" v="289" actId="47"/>
        <pc:sldMkLst>
          <pc:docMk/>
          <pc:sldMk cId="721116131" sldId="265"/>
        </pc:sldMkLst>
        <pc:spChg chg="mod">
          <ac:chgData name="Elizeth De Paiva Souza Felipini" userId="2f7fadc0-6bef-48d4-9dfd-93bb5e360887" providerId="ADAL" clId="{5C6F9E90-1735-4328-B4AC-D2F7CE019F2C}" dt="2025-01-03T12:53:17.241" v="97" actId="20577"/>
          <ac:spMkLst>
            <pc:docMk/>
            <pc:sldMk cId="721116131" sldId="265"/>
            <ac:spMk id="2" creationId="{FE720FF9-C3A0-D69A-0ADB-136B221F8BC8}"/>
          </ac:spMkLst>
        </pc:spChg>
        <pc:spChg chg="mod">
          <ac:chgData name="Elizeth De Paiva Souza Felipini" userId="2f7fadc0-6bef-48d4-9dfd-93bb5e360887" providerId="ADAL" clId="{5C6F9E90-1735-4328-B4AC-D2F7CE019F2C}" dt="2025-01-03T12:53:26.942" v="106" actId="20577"/>
          <ac:spMkLst>
            <pc:docMk/>
            <pc:sldMk cId="721116131" sldId="265"/>
            <ac:spMk id="4" creationId="{2FE42EDC-F523-E41A-020C-B7A82680745A}"/>
          </ac:spMkLst>
        </pc:spChg>
      </pc:sldChg>
      <pc:sldChg chg="addSp delSp modSp new mod modTransition setBg">
        <pc:chgData name="Elizeth De Paiva Souza Felipini" userId="2f7fadc0-6bef-48d4-9dfd-93bb5e360887" providerId="ADAL" clId="{5C6F9E90-1735-4328-B4AC-D2F7CE019F2C}" dt="2025-01-03T14:25:40.673" v="643"/>
        <pc:sldMkLst>
          <pc:docMk/>
          <pc:sldMk cId="610702153" sldId="266"/>
        </pc:sldMkLst>
        <pc:spChg chg="del">
          <ac:chgData name="Elizeth De Paiva Souza Felipini" userId="2f7fadc0-6bef-48d4-9dfd-93bb5e360887" providerId="ADAL" clId="{5C6F9E90-1735-4328-B4AC-D2F7CE019F2C}" dt="2025-01-03T13:22:06.457" v="141" actId="478"/>
          <ac:spMkLst>
            <pc:docMk/>
            <pc:sldMk cId="610702153" sldId="266"/>
            <ac:spMk id="2" creationId="{3771B372-2011-CC93-970C-A70E2C30AEFE}"/>
          </ac:spMkLst>
        </pc:spChg>
        <pc:spChg chg="del">
          <ac:chgData name="Elizeth De Paiva Souza Felipini" userId="2f7fadc0-6bef-48d4-9dfd-93bb5e360887" providerId="ADAL" clId="{5C6F9E90-1735-4328-B4AC-D2F7CE019F2C}" dt="2025-01-03T13:22:09.770" v="142" actId="478"/>
          <ac:spMkLst>
            <pc:docMk/>
            <pc:sldMk cId="610702153" sldId="266"/>
            <ac:spMk id="3" creationId="{F2D55250-E059-55A9-3B36-A27A06D2D5C1}"/>
          </ac:spMkLst>
        </pc:spChg>
        <pc:picChg chg="add mod">
          <ac:chgData name="Elizeth De Paiva Souza Felipini" userId="2f7fadc0-6bef-48d4-9dfd-93bb5e360887" providerId="ADAL" clId="{5C6F9E90-1735-4328-B4AC-D2F7CE019F2C}" dt="2025-01-03T13:23:31.198" v="153" actId="14100"/>
          <ac:picMkLst>
            <pc:docMk/>
            <pc:sldMk cId="610702153" sldId="266"/>
            <ac:picMk id="5" creationId="{542D7354-D160-6890-5BA5-A99F06E652B9}"/>
          </ac:picMkLst>
        </pc:picChg>
      </pc:sldChg>
      <pc:sldChg chg="addSp delSp modSp add mod modTransition setBg">
        <pc:chgData name="Elizeth De Paiva Souza Felipini" userId="2f7fadc0-6bef-48d4-9dfd-93bb5e360887" providerId="ADAL" clId="{5C6F9E90-1735-4328-B4AC-D2F7CE019F2C}" dt="2025-01-03T14:25:43.527" v="644"/>
        <pc:sldMkLst>
          <pc:docMk/>
          <pc:sldMk cId="3440884958" sldId="267"/>
        </pc:sldMkLst>
        <pc:spChg chg="add del mod">
          <ac:chgData name="Elizeth De Paiva Souza Felipini" userId="2f7fadc0-6bef-48d4-9dfd-93bb5e360887" providerId="ADAL" clId="{5C6F9E90-1735-4328-B4AC-D2F7CE019F2C}" dt="2025-01-03T13:27:14.467" v="224" actId="478"/>
          <ac:spMkLst>
            <pc:docMk/>
            <pc:sldMk cId="3440884958" sldId="267"/>
            <ac:spMk id="2" creationId="{2FE58D68-80A4-EF75-3506-E30A31FFDCC5}"/>
          </ac:spMkLst>
        </pc:spChg>
        <pc:spChg chg="add del mod">
          <ac:chgData name="Elizeth De Paiva Souza Felipini" userId="2f7fadc0-6bef-48d4-9dfd-93bb5e360887" providerId="ADAL" clId="{5C6F9E90-1735-4328-B4AC-D2F7CE019F2C}" dt="2025-01-03T13:41:27.104" v="310"/>
          <ac:spMkLst>
            <pc:docMk/>
            <pc:sldMk cId="3440884958" sldId="267"/>
            <ac:spMk id="3" creationId="{43CA3D90-2FAD-5E39-653D-C7678E4E93D7}"/>
          </ac:spMkLst>
        </pc:spChg>
        <pc:spChg chg="add del mod">
          <ac:chgData name="Elizeth De Paiva Souza Felipini" userId="2f7fadc0-6bef-48d4-9dfd-93bb5e360887" providerId="ADAL" clId="{5C6F9E90-1735-4328-B4AC-D2F7CE019F2C}" dt="2025-01-03T13:41:27.088" v="308" actId="478"/>
          <ac:spMkLst>
            <pc:docMk/>
            <pc:sldMk cId="3440884958" sldId="267"/>
            <ac:spMk id="7" creationId="{AA25A1E5-7645-771C-A031-A8CAEB6D251D}"/>
          </ac:spMkLst>
        </pc:spChg>
        <pc:spChg chg="add mod">
          <ac:chgData name="Elizeth De Paiva Souza Felipini" userId="2f7fadc0-6bef-48d4-9dfd-93bb5e360887" providerId="ADAL" clId="{5C6F9E90-1735-4328-B4AC-D2F7CE019F2C}" dt="2025-01-03T13:59:28.724" v="528" actId="255"/>
          <ac:spMkLst>
            <pc:docMk/>
            <pc:sldMk cId="3440884958" sldId="267"/>
            <ac:spMk id="8" creationId="{E6531EAF-53FA-259D-EE5F-22B0D3605D6A}"/>
          </ac:spMkLst>
        </pc:spChg>
        <pc:spChg chg="add mod">
          <ac:chgData name="Elizeth De Paiva Souza Felipini" userId="2f7fadc0-6bef-48d4-9dfd-93bb5e360887" providerId="ADAL" clId="{5C6F9E90-1735-4328-B4AC-D2F7CE019F2C}" dt="2025-01-03T13:59:20.762" v="527" actId="255"/>
          <ac:spMkLst>
            <pc:docMk/>
            <pc:sldMk cId="3440884958" sldId="267"/>
            <ac:spMk id="9" creationId="{B0C284A5-01E2-3840-086C-E16DFD3A5B35}"/>
          </ac:spMkLst>
        </pc:spChg>
        <pc:spChg chg="add mod">
          <ac:chgData name="Elizeth De Paiva Souza Felipini" userId="2f7fadc0-6bef-48d4-9dfd-93bb5e360887" providerId="ADAL" clId="{5C6F9E90-1735-4328-B4AC-D2F7CE019F2C}" dt="2025-01-03T13:50:46.441" v="479" actId="1076"/>
          <ac:spMkLst>
            <pc:docMk/>
            <pc:sldMk cId="3440884958" sldId="267"/>
            <ac:spMk id="10" creationId="{1B14B46B-CDE7-2C62-DA6D-F1CB0255508B}"/>
          </ac:spMkLst>
        </pc:spChg>
        <pc:picChg chg="del">
          <ac:chgData name="Elizeth De Paiva Souza Felipini" userId="2f7fadc0-6bef-48d4-9dfd-93bb5e360887" providerId="ADAL" clId="{5C6F9E90-1735-4328-B4AC-D2F7CE019F2C}" dt="2025-01-03T13:24:35.935" v="160" actId="478"/>
          <ac:picMkLst>
            <pc:docMk/>
            <pc:sldMk cId="3440884958" sldId="267"/>
            <ac:picMk id="5" creationId="{02587FD6-8057-B536-D156-6E34012D79AA}"/>
          </ac:picMkLst>
        </pc:picChg>
        <pc:picChg chg="add del">
          <ac:chgData name="Elizeth De Paiva Souza Felipini" userId="2f7fadc0-6bef-48d4-9dfd-93bb5e360887" providerId="ADAL" clId="{5C6F9E90-1735-4328-B4AC-D2F7CE019F2C}" dt="2025-01-03T13:27:30.844" v="227" actId="22"/>
          <ac:picMkLst>
            <pc:docMk/>
            <pc:sldMk cId="3440884958" sldId="267"/>
            <ac:picMk id="6" creationId="{8A87D74A-BEB2-4213-77F9-737B6071A41F}"/>
          </ac:picMkLst>
        </pc:picChg>
      </pc:sldChg>
      <pc:sldChg chg="add del">
        <pc:chgData name="Elizeth De Paiva Souza Felipini" userId="2f7fadc0-6bef-48d4-9dfd-93bb5e360887" providerId="ADAL" clId="{5C6F9E90-1735-4328-B4AC-D2F7CE019F2C}" dt="2025-01-03T13:33:16.835" v="285" actId="47"/>
        <pc:sldMkLst>
          <pc:docMk/>
          <pc:sldMk cId="2708463183" sldId="268"/>
        </pc:sldMkLst>
      </pc:sldChg>
      <pc:sldChg chg="new del">
        <pc:chgData name="Elizeth De Paiva Souza Felipini" userId="2f7fadc0-6bef-48d4-9dfd-93bb5e360887" providerId="ADAL" clId="{5C6F9E90-1735-4328-B4AC-D2F7CE019F2C}" dt="2025-01-03T13:33:14.113" v="283" actId="47"/>
        <pc:sldMkLst>
          <pc:docMk/>
          <pc:sldMk cId="2961431186" sldId="269"/>
        </pc:sldMkLst>
      </pc:sldChg>
      <pc:sldChg chg="addSp delSp modSp add mod modTransition setBg">
        <pc:chgData name="Elizeth De Paiva Souza Felipini" userId="2f7fadc0-6bef-48d4-9dfd-93bb5e360887" providerId="ADAL" clId="{5C6F9E90-1735-4328-B4AC-D2F7CE019F2C}" dt="2025-01-03T14:25:58.654" v="645"/>
        <pc:sldMkLst>
          <pc:docMk/>
          <pc:sldMk cId="328214203" sldId="270"/>
        </pc:sldMkLst>
        <pc:spChg chg="add mod">
          <ac:chgData name="Elizeth De Paiva Souza Felipini" userId="2f7fadc0-6bef-48d4-9dfd-93bb5e360887" providerId="ADAL" clId="{5C6F9E90-1735-4328-B4AC-D2F7CE019F2C}" dt="2025-01-03T14:05:33.625" v="552" actId="1076"/>
          <ac:spMkLst>
            <pc:docMk/>
            <pc:sldMk cId="328214203" sldId="270"/>
            <ac:spMk id="2" creationId="{7AF3F8DF-4207-C2FD-1893-7A53728A385D}"/>
          </ac:spMkLst>
        </pc:spChg>
        <pc:spChg chg="mod">
          <ac:chgData name="Elizeth De Paiva Souza Felipini" userId="2f7fadc0-6bef-48d4-9dfd-93bb5e360887" providerId="ADAL" clId="{5C6F9E90-1735-4328-B4AC-D2F7CE019F2C}" dt="2025-01-03T14:05:30.817" v="551" actId="1076"/>
          <ac:spMkLst>
            <pc:docMk/>
            <pc:sldMk cId="328214203" sldId="270"/>
            <ac:spMk id="3" creationId="{9A1EF9FD-FE07-595F-423D-CDC7B78B3BAF}"/>
          </ac:spMkLst>
        </pc:spChg>
        <pc:spChg chg="add del mod">
          <ac:chgData name="Elizeth De Paiva Souza Felipini" userId="2f7fadc0-6bef-48d4-9dfd-93bb5e360887" providerId="ADAL" clId="{5C6F9E90-1735-4328-B4AC-D2F7CE019F2C}" dt="2025-01-03T14:05:25.205" v="550"/>
          <ac:spMkLst>
            <pc:docMk/>
            <pc:sldMk cId="328214203" sldId="270"/>
            <ac:spMk id="7" creationId="{29C1654C-60BD-BD31-DA44-4C17AFFA6564}"/>
          </ac:spMkLst>
        </pc:spChg>
      </pc:sldChg>
      <pc:sldChg chg="addSp delSp modSp add mod modTransition setBg">
        <pc:chgData name="Elizeth De Paiva Souza Felipini" userId="2f7fadc0-6bef-48d4-9dfd-93bb5e360887" providerId="ADAL" clId="{5C6F9E90-1735-4328-B4AC-D2F7CE019F2C}" dt="2025-01-03T14:26:03.023" v="646"/>
        <pc:sldMkLst>
          <pc:docMk/>
          <pc:sldMk cId="424425007" sldId="271"/>
        </pc:sldMkLst>
        <pc:spChg chg="add mod">
          <ac:chgData name="Elizeth De Paiva Souza Felipini" userId="2f7fadc0-6bef-48d4-9dfd-93bb5e360887" providerId="ADAL" clId="{5C6F9E90-1735-4328-B4AC-D2F7CE019F2C}" dt="2025-01-03T14:05:52.314" v="556" actId="1076"/>
          <ac:spMkLst>
            <pc:docMk/>
            <pc:sldMk cId="424425007" sldId="271"/>
            <ac:spMk id="2" creationId="{304D8B6F-5E06-14A1-81B8-E5B74F4295E0}"/>
          </ac:spMkLst>
        </pc:spChg>
        <pc:spChg chg="mod">
          <ac:chgData name="Elizeth De Paiva Souza Felipini" userId="2f7fadc0-6bef-48d4-9dfd-93bb5e360887" providerId="ADAL" clId="{5C6F9E90-1735-4328-B4AC-D2F7CE019F2C}" dt="2025-01-03T14:05:47.010" v="555" actId="1076"/>
          <ac:spMkLst>
            <pc:docMk/>
            <pc:sldMk cId="424425007" sldId="271"/>
            <ac:spMk id="3" creationId="{6618B87F-ABE4-F108-3BBC-377A3999F2F6}"/>
          </ac:spMkLst>
        </pc:spChg>
        <pc:spChg chg="del mod">
          <ac:chgData name="Elizeth De Paiva Souza Felipini" userId="2f7fadc0-6bef-48d4-9dfd-93bb5e360887" providerId="ADAL" clId="{5C6F9E90-1735-4328-B4AC-D2F7CE019F2C}" dt="2025-01-03T14:05:53.115" v="558"/>
          <ac:spMkLst>
            <pc:docMk/>
            <pc:sldMk cId="424425007" sldId="271"/>
            <ac:spMk id="7" creationId="{62DCB2CF-CC51-8A8D-99DD-5DFE48CB6DAD}"/>
          </ac:spMkLst>
        </pc:spChg>
      </pc:sldChg>
      <pc:sldChg chg="new del">
        <pc:chgData name="Elizeth De Paiva Souza Felipini" userId="2f7fadc0-6bef-48d4-9dfd-93bb5e360887" providerId="ADAL" clId="{5C6F9E90-1735-4328-B4AC-D2F7CE019F2C}" dt="2025-01-03T13:33:12.798" v="282" actId="47"/>
        <pc:sldMkLst>
          <pc:docMk/>
          <pc:sldMk cId="981808730" sldId="272"/>
        </pc:sldMkLst>
      </pc:sldChg>
      <pc:sldChg chg="addSp delSp modSp add mod modTransition setBg">
        <pc:chgData name="Elizeth De Paiva Souza Felipini" userId="2f7fadc0-6bef-48d4-9dfd-93bb5e360887" providerId="ADAL" clId="{5C6F9E90-1735-4328-B4AC-D2F7CE019F2C}" dt="2025-01-03T14:26:06.167" v="647"/>
        <pc:sldMkLst>
          <pc:docMk/>
          <pc:sldMk cId="3121156769" sldId="273"/>
        </pc:sldMkLst>
        <pc:spChg chg="add del mod">
          <ac:chgData name="Elizeth De Paiva Souza Felipini" userId="2f7fadc0-6bef-48d4-9dfd-93bb5e360887" providerId="ADAL" clId="{5C6F9E90-1735-4328-B4AC-D2F7CE019F2C}" dt="2025-01-03T14:06:54.599" v="567" actId="478"/>
          <ac:spMkLst>
            <pc:docMk/>
            <pc:sldMk cId="3121156769" sldId="273"/>
            <ac:spMk id="2" creationId="{24668DA3-52C2-758D-A8D1-34FD4724F307}"/>
          </ac:spMkLst>
        </pc:spChg>
        <pc:spChg chg="mod">
          <ac:chgData name="Elizeth De Paiva Souza Felipini" userId="2f7fadc0-6bef-48d4-9dfd-93bb5e360887" providerId="ADAL" clId="{5C6F9E90-1735-4328-B4AC-D2F7CE019F2C}" dt="2025-01-03T14:06:08.375" v="562" actId="1076"/>
          <ac:spMkLst>
            <pc:docMk/>
            <pc:sldMk cId="3121156769" sldId="273"/>
            <ac:spMk id="3" creationId="{4DD56870-F56A-F8A6-2657-402BF0F2DF53}"/>
          </ac:spMkLst>
        </pc:spChg>
        <pc:spChg chg="add mod">
          <ac:chgData name="Elizeth De Paiva Souza Felipini" userId="2f7fadc0-6bef-48d4-9dfd-93bb5e360887" providerId="ADAL" clId="{5C6F9E90-1735-4328-B4AC-D2F7CE019F2C}" dt="2025-01-03T14:09:23.713" v="598" actId="20577"/>
          <ac:spMkLst>
            <pc:docMk/>
            <pc:sldMk cId="3121156769" sldId="273"/>
            <ac:spMk id="4" creationId="{07A6CBF0-AEFD-199B-4BDE-D074FCDFDB78}"/>
          </ac:spMkLst>
        </pc:spChg>
        <pc:spChg chg="del mod">
          <ac:chgData name="Elizeth De Paiva Souza Felipini" userId="2f7fadc0-6bef-48d4-9dfd-93bb5e360887" providerId="ADAL" clId="{5C6F9E90-1735-4328-B4AC-D2F7CE019F2C}" dt="2025-01-03T14:06:01.070" v="561" actId="478"/>
          <ac:spMkLst>
            <pc:docMk/>
            <pc:sldMk cId="3121156769" sldId="273"/>
            <ac:spMk id="7" creationId="{234797D1-9EE1-309A-502D-1A10EE784278}"/>
          </ac:spMkLst>
        </pc:spChg>
      </pc:sldChg>
      <pc:sldChg chg="addSp delSp modSp add del mod setBg">
        <pc:chgData name="Elizeth De Paiva Souza Felipini" userId="2f7fadc0-6bef-48d4-9dfd-93bb5e360887" providerId="ADAL" clId="{5C6F9E90-1735-4328-B4AC-D2F7CE019F2C}" dt="2025-01-03T13:48:05.437" v="425" actId="47"/>
        <pc:sldMkLst>
          <pc:docMk/>
          <pc:sldMk cId="1742811609" sldId="274"/>
        </pc:sldMkLst>
        <pc:spChg chg="mod">
          <ac:chgData name="Elizeth De Paiva Souza Felipini" userId="2f7fadc0-6bef-48d4-9dfd-93bb5e360887" providerId="ADAL" clId="{5C6F9E90-1735-4328-B4AC-D2F7CE019F2C}" dt="2025-01-03T13:33:52.558" v="297"/>
          <ac:spMkLst>
            <pc:docMk/>
            <pc:sldMk cId="1742811609" sldId="274"/>
            <ac:spMk id="3" creationId="{FEE3DA26-141B-45E5-7BB0-60ADC68C0066}"/>
          </ac:spMkLst>
        </pc:spChg>
        <pc:spChg chg="add del mod">
          <ac:chgData name="Elizeth De Paiva Souza Felipini" userId="2f7fadc0-6bef-48d4-9dfd-93bb5e360887" providerId="ADAL" clId="{5C6F9E90-1735-4328-B4AC-D2F7CE019F2C}" dt="2025-01-03T13:33:44.797" v="296" actId="20577"/>
          <ac:spMkLst>
            <pc:docMk/>
            <pc:sldMk cId="1742811609" sldId="274"/>
            <ac:spMk id="7" creationId="{1D6C2B35-09CE-E0B0-7052-DA3F2D265AB2}"/>
          </ac:spMkLst>
        </pc:spChg>
      </pc:sldChg>
      <pc:sldChg chg="modSp add del mod">
        <pc:chgData name="Elizeth De Paiva Souza Felipini" userId="2f7fadc0-6bef-48d4-9dfd-93bb5e360887" providerId="ADAL" clId="{5C6F9E90-1735-4328-B4AC-D2F7CE019F2C}" dt="2025-01-03T13:33:15.354" v="284" actId="47"/>
        <pc:sldMkLst>
          <pc:docMk/>
          <pc:sldMk cId="2814035539" sldId="274"/>
        </pc:sldMkLst>
        <pc:spChg chg="mod">
          <ac:chgData name="Elizeth De Paiva Souza Felipini" userId="2f7fadc0-6bef-48d4-9dfd-93bb5e360887" providerId="ADAL" clId="{5C6F9E90-1735-4328-B4AC-D2F7CE019F2C}" dt="2025-01-03T13:33:09.922" v="281"/>
          <ac:spMkLst>
            <pc:docMk/>
            <pc:sldMk cId="2814035539" sldId="274"/>
            <ac:spMk id="3" creationId="{EC824A9D-2322-8ADB-9BDD-C8BC05688DF6}"/>
          </ac:spMkLst>
        </pc:spChg>
        <pc:spChg chg="mod">
          <ac:chgData name="Elizeth De Paiva Souza Felipini" userId="2f7fadc0-6bef-48d4-9dfd-93bb5e360887" providerId="ADAL" clId="{5C6F9E90-1735-4328-B4AC-D2F7CE019F2C}" dt="2025-01-03T13:33:00.916" v="280" actId="20577"/>
          <ac:spMkLst>
            <pc:docMk/>
            <pc:sldMk cId="2814035539" sldId="274"/>
            <ac:spMk id="7" creationId="{E26A2E73-79DC-FE69-5DEC-204D91EB8D47}"/>
          </ac:spMkLst>
        </pc:spChg>
      </pc:sldChg>
      <pc:sldChg chg="addSp delSp modSp add mod modTransition">
        <pc:chgData name="Elizeth De Paiva Souza Felipini" userId="2f7fadc0-6bef-48d4-9dfd-93bb5e360887" providerId="ADAL" clId="{5C6F9E90-1735-4328-B4AC-D2F7CE019F2C}" dt="2025-01-03T14:25:00.459" v="642"/>
        <pc:sldMkLst>
          <pc:docMk/>
          <pc:sldMk cId="3413734420" sldId="274"/>
        </pc:sldMkLst>
        <pc:spChg chg="add del mod">
          <ac:chgData name="Elizeth De Paiva Souza Felipini" userId="2f7fadc0-6bef-48d4-9dfd-93bb5e360887" providerId="ADAL" clId="{5C6F9E90-1735-4328-B4AC-D2F7CE019F2C}" dt="2025-01-03T14:09:57.028" v="604"/>
          <ac:spMkLst>
            <pc:docMk/>
            <pc:sldMk cId="3413734420" sldId="274"/>
            <ac:spMk id="2" creationId="{62EFA566-2575-A63C-9762-8E09C9148359}"/>
          </ac:spMkLst>
        </pc:spChg>
        <pc:spChg chg="mod">
          <ac:chgData name="Elizeth De Paiva Souza Felipini" userId="2f7fadc0-6bef-48d4-9dfd-93bb5e360887" providerId="ADAL" clId="{5C6F9E90-1735-4328-B4AC-D2F7CE019F2C}" dt="2025-01-03T14:13:01.672" v="640" actId="1076"/>
          <ac:spMkLst>
            <pc:docMk/>
            <pc:sldMk cId="3413734420" sldId="274"/>
            <ac:spMk id="3" creationId="{7C00F336-35DA-472E-6C39-A9649804E2CD}"/>
          </ac:spMkLst>
        </pc:spChg>
        <pc:spChg chg="add">
          <ac:chgData name="Elizeth De Paiva Souza Felipini" userId="2f7fadc0-6bef-48d4-9dfd-93bb5e360887" providerId="ADAL" clId="{5C6F9E90-1735-4328-B4AC-D2F7CE019F2C}" dt="2025-01-03T14:09:51.860" v="602"/>
          <ac:spMkLst>
            <pc:docMk/>
            <pc:sldMk cId="3413734420" sldId="274"/>
            <ac:spMk id="4" creationId="{86D6C548-DD74-D646-675D-E42588209117}"/>
          </ac:spMkLst>
        </pc:spChg>
        <pc:spChg chg="add">
          <ac:chgData name="Elizeth De Paiva Souza Felipini" userId="2f7fadc0-6bef-48d4-9dfd-93bb5e360887" providerId="ADAL" clId="{5C6F9E90-1735-4328-B4AC-D2F7CE019F2C}" dt="2025-01-03T14:09:51.860" v="602"/>
          <ac:spMkLst>
            <pc:docMk/>
            <pc:sldMk cId="3413734420" sldId="274"/>
            <ac:spMk id="5" creationId="{D7FF3624-6ABF-E3DD-077C-6523287A347E}"/>
          </ac:spMkLst>
        </pc:spChg>
        <pc:spChg chg="add">
          <ac:chgData name="Elizeth De Paiva Souza Felipini" userId="2f7fadc0-6bef-48d4-9dfd-93bb5e360887" providerId="ADAL" clId="{5C6F9E90-1735-4328-B4AC-D2F7CE019F2C}" dt="2025-01-03T14:09:51.860" v="602"/>
          <ac:spMkLst>
            <pc:docMk/>
            <pc:sldMk cId="3413734420" sldId="274"/>
            <ac:spMk id="6" creationId="{28A2B811-C304-3D42-CD53-151B6FB5A4C4}"/>
          </ac:spMkLst>
        </pc:spChg>
        <pc:spChg chg="del">
          <ac:chgData name="Elizeth De Paiva Souza Felipini" userId="2f7fadc0-6bef-48d4-9dfd-93bb5e360887" providerId="ADAL" clId="{5C6F9E90-1735-4328-B4AC-D2F7CE019F2C}" dt="2025-01-03T14:09:39.498" v="599" actId="478"/>
          <ac:spMkLst>
            <pc:docMk/>
            <pc:sldMk cId="3413734420" sldId="274"/>
            <ac:spMk id="7" creationId="{1110E389-E41B-4A1D-C984-6806BE0ED8AC}"/>
          </ac:spMkLst>
        </pc:spChg>
        <pc:spChg chg="add">
          <ac:chgData name="Elizeth De Paiva Souza Felipini" userId="2f7fadc0-6bef-48d4-9dfd-93bb5e360887" providerId="ADAL" clId="{5C6F9E90-1735-4328-B4AC-D2F7CE019F2C}" dt="2025-01-03T14:09:51.860" v="602"/>
          <ac:spMkLst>
            <pc:docMk/>
            <pc:sldMk cId="3413734420" sldId="274"/>
            <ac:spMk id="8" creationId="{71D65326-31BF-AE84-89F3-C040B4B52ECA}"/>
          </ac:spMkLst>
        </pc:spChg>
        <pc:spChg chg="add">
          <ac:chgData name="Elizeth De Paiva Souza Felipini" userId="2f7fadc0-6bef-48d4-9dfd-93bb5e360887" providerId="ADAL" clId="{5C6F9E90-1735-4328-B4AC-D2F7CE019F2C}" dt="2025-01-03T14:09:51.860" v="602"/>
          <ac:spMkLst>
            <pc:docMk/>
            <pc:sldMk cId="3413734420" sldId="274"/>
            <ac:spMk id="9" creationId="{2A7F1FEA-FA9C-CD14-384C-12724C054AAB}"/>
          </ac:spMkLst>
        </pc:spChg>
        <pc:spChg chg="add">
          <ac:chgData name="Elizeth De Paiva Souza Felipini" userId="2f7fadc0-6bef-48d4-9dfd-93bb5e360887" providerId="ADAL" clId="{5C6F9E90-1735-4328-B4AC-D2F7CE019F2C}" dt="2025-01-03T14:09:51.860" v="602"/>
          <ac:spMkLst>
            <pc:docMk/>
            <pc:sldMk cId="3413734420" sldId="274"/>
            <ac:spMk id="10" creationId="{5839F6F0-5191-1C9A-9CC1-C32BBAA80841}"/>
          </ac:spMkLst>
        </pc:spChg>
        <pc:spChg chg="add">
          <ac:chgData name="Elizeth De Paiva Souza Felipini" userId="2f7fadc0-6bef-48d4-9dfd-93bb5e360887" providerId="ADAL" clId="{5C6F9E90-1735-4328-B4AC-D2F7CE019F2C}" dt="2025-01-03T14:09:51.860" v="602"/>
          <ac:spMkLst>
            <pc:docMk/>
            <pc:sldMk cId="3413734420" sldId="274"/>
            <ac:spMk id="11" creationId="{C03C82FB-884A-7EC4-A848-24296F5468DC}"/>
          </ac:spMkLst>
        </pc:spChg>
        <pc:spChg chg="add">
          <ac:chgData name="Elizeth De Paiva Souza Felipini" userId="2f7fadc0-6bef-48d4-9dfd-93bb5e360887" providerId="ADAL" clId="{5C6F9E90-1735-4328-B4AC-D2F7CE019F2C}" dt="2025-01-03T14:09:51.860" v="602"/>
          <ac:spMkLst>
            <pc:docMk/>
            <pc:sldMk cId="3413734420" sldId="274"/>
            <ac:spMk id="12" creationId="{EE8DEE7C-3D8D-E8C0-0A44-7407AD7E9B24}"/>
          </ac:spMkLst>
        </pc:spChg>
        <pc:spChg chg="add">
          <ac:chgData name="Elizeth De Paiva Souza Felipini" userId="2f7fadc0-6bef-48d4-9dfd-93bb5e360887" providerId="ADAL" clId="{5C6F9E90-1735-4328-B4AC-D2F7CE019F2C}" dt="2025-01-03T14:09:51.860" v="602"/>
          <ac:spMkLst>
            <pc:docMk/>
            <pc:sldMk cId="3413734420" sldId="274"/>
            <ac:spMk id="13" creationId="{C5C6DBC9-0F99-43D5-3A5D-809883BD3B0C}"/>
          </ac:spMkLst>
        </pc:spChg>
        <pc:spChg chg="add mod">
          <ac:chgData name="Elizeth De Paiva Souza Felipini" userId="2f7fadc0-6bef-48d4-9dfd-93bb5e360887" providerId="ADAL" clId="{5C6F9E90-1735-4328-B4AC-D2F7CE019F2C}" dt="2025-01-03T14:13:05.807" v="641" actId="1076"/>
          <ac:spMkLst>
            <pc:docMk/>
            <pc:sldMk cId="3413734420" sldId="274"/>
            <ac:spMk id="14" creationId="{A18A7159-8C6D-9C1B-DA29-5678E5755BEE}"/>
          </ac:spMkLst>
        </pc:spChg>
      </pc:sldChg>
      <pc:sldChg chg="delSp modSp new del mod setBg">
        <pc:chgData name="Elizeth De Paiva Souza Felipini" userId="2f7fadc0-6bef-48d4-9dfd-93bb5e360887" providerId="ADAL" clId="{5C6F9E90-1735-4328-B4AC-D2F7CE019F2C}" dt="2025-01-03T14:00:29.236" v="535" actId="47"/>
        <pc:sldMkLst>
          <pc:docMk/>
          <pc:sldMk cId="3159593381" sldId="275"/>
        </pc:sldMkLst>
        <pc:spChg chg="del">
          <ac:chgData name="Elizeth De Paiva Souza Felipini" userId="2f7fadc0-6bef-48d4-9dfd-93bb5e360887" providerId="ADAL" clId="{5C6F9E90-1735-4328-B4AC-D2F7CE019F2C}" dt="2025-01-03T13:52:51.799" v="487" actId="478"/>
          <ac:spMkLst>
            <pc:docMk/>
            <pc:sldMk cId="3159593381" sldId="275"/>
            <ac:spMk id="2" creationId="{C7A3701B-380C-1390-FECE-69C5065BEB69}"/>
          </ac:spMkLst>
        </pc:spChg>
        <pc:spChg chg="mod">
          <ac:chgData name="Elizeth De Paiva Souza Felipini" userId="2f7fadc0-6bef-48d4-9dfd-93bb5e360887" providerId="ADAL" clId="{5C6F9E90-1735-4328-B4AC-D2F7CE019F2C}" dt="2025-01-03T13:53:03.030" v="489" actId="1076"/>
          <ac:spMkLst>
            <pc:docMk/>
            <pc:sldMk cId="3159593381" sldId="275"/>
            <ac:spMk id="3" creationId="{49F9B4DD-384F-8222-B88A-0914EAC72322}"/>
          </ac:spMkLst>
        </pc:spChg>
      </pc:sldChg>
      <pc:sldChg chg="modSp add mod">
        <pc:chgData name="Elizeth De Paiva Souza Felipini" userId="2f7fadc0-6bef-48d4-9dfd-93bb5e360887" providerId="ADAL" clId="{5C6F9E90-1735-4328-B4AC-D2F7CE019F2C}" dt="2025-01-03T14:30:47.742" v="1019" actId="20577"/>
        <pc:sldMkLst>
          <pc:docMk/>
          <pc:sldMk cId="3731553287" sldId="275"/>
        </pc:sldMkLst>
        <pc:spChg chg="mod">
          <ac:chgData name="Elizeth De Paiva Souza Felipini" userId="2f7fadc0-6bef-48d4-9dfd-93bb5e360887" providerId="ADAL" clId="{5C6F9E90-1735-4328-B4AC-D2F7CE019F2C}" dt="2025-01-03T14:27:32.512" v="671" actId="20577"/>
          <ac:spMkLst>
            <pc:docMk/>
            <pc:sldMk cId="3731553287" sldId="275"/>
            <ac:spMk id="3" creationId="{A2B98C6C-02D4-B184-939C-51B5B6D0EA89}"/>
          </ac:spMkLst>
        </pc:spChg>
        <pc:spChg chg="mod">
          <ac:chgData name="Elizeth De Paiva Souza Felipini" userId="2f7fadc0-6bef-48d4-9dfd-93bb5e360887" providerId="ADAL" clId="{5C6F9E90-1735-4328-B4AC-D2F7CE019F2C}" dt="2025-01-03T14:30:47.742" v="1019" actId="20577"/>
          <ac:spMkLst>
            <pc:docMk/>
            <pc:sldMk cId="3731553287" sldId="275"/>
            <ac:spMk id="14" creationId="{ED7CE027-6553-AFFD-55EB-ADA5B5CEF8C4}"/>
          </ac:spMkLst>
        </pc:spChg>
      </pc:sldChg>
      <pc:sldChg chg="delSp modSp new del mod setBg">
        <pc:chgData name="Elizeth De Paiva Souza Felipini" userId="2f7fadc0-6bef-48d4-9dfd-93bb5e360887" providerId="ADAL" clId="{5C6F9E90-1735-4328-B4AC-D2F7CE019F2C}" dt="2025-01-03T14:05:57.706" v="559" actId="47"/>
        <pc:sldMkLst>
          <pc:docMk/>
          <pc:sldMk cId="2944839663" sldId="276"/>
        </pc:sldMkLst>
        <pc:spChg chg="del">
          <ac:chgData name="Elizeth De Paiva Souza Felipini" userId="2f7fadc0-6bef-48d4-9dfd-93bb5e360887" providerId="ADAL" clId="{5C6F9E90-1735-4328-B4AC-D2F7CE019F2C}" dt="2025-01-03T13:54:01.506" v="493" actId="478"/>
          <ac:spMkLst>
            <pc:docMk/>
            <pc:sldMk cId="2944839663" sldId="276"/>
            <ac:spMk id="2" creationId="{42C62EB4-4DAD-04D2-655D-4F39A9EF776E}"/>
          </ac:spMkLst>
        </pc:spChg>
        <pc:spChg chg="mod">
          <ac:chgData name="Elizeth De Paiva Souza Felipini" userId="2f7fadc0-6bef-48d4-9dfd-93bb5e360887" providerId="ADAL" clId="{5C6F9E90-1735-4328-B4AC-D2F7CE019F2C}" dt="2025-01-03T14:03:23.168" v="537" actId="27636"/>
          <ac:spMkLst>
            <pc:docMk/>
            <pc:sldMk cId="2944839663" sldId="276"/>
            <ac:spMk id="3" creationId="{68F8C3F3-7F24-AD50-7D41-7C6F86AAE6B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7240" y="1158877"/>
            <a:ext cx="4213886" cy="3670956"/>
          </a:xfrm>
        </p:spPr>
        <p:txBody>
          <a:bodyPr bIns="0" anchor="b">
            <a:normAutofit/>
          </a:bodyPr>
          <a:lstStyle>
            <a:lvl1pPr algn="l">
              <a:defRPr sz="405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7240" y="5100630"/>
            <a:ext cx="4213886" cy="1412119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200" b="0" cap="all" baseline="0">
                <a:solidFill>
                  <a:schemeClr val="tx1"/>
                </a:solidFill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0716-0C93-4FDD-8C5F-AFC37BE03DA1}" type="datetimeFigureOut">
              <a:rPr lang="pt-BR" smtClean="0"/>
              <a:t>02/01/2025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97239" y="475668"/>
            <a:ext cx="2314719" cy="446624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6028" y="1154072"/>
            <a:ext cx="601504" cy="727390"/>
          </a:xfrm>
        </p:spPr>
        <p:txBody>
          <a:bodyPr/>
          <a:lstStyle/>
          <a:p>
            <a:fld id="{4D1A2573-0694-4C3A-A79F-BCD7B5DD31B9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7240" y="5096783"/>
            <a:ext cx="421388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918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0716-0C93-4FDD-8C5F-AFC37BE03DA1}" type="datetimeFigureOut">
              <a:rPr lang="pt-BR" smtClean="0"/>
              <a:t>02/01/2025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2573-0694-4C3A-A79F-BCD7B5DD31B9}" type="slidenum">
              <a:rPr lang="pt-BR" smtClean="0"/>
              <a:t>‹nº›</a:t>
            </a:fld>
            <a:endParaRPr lang="pt-B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82619" y="2668016"/>
            <a:ext cx="492850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861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618" y="2536632"/>
            <a:ext cx="4212752" cy="2727039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2619" y="5497839"/>
            <a:ext cx="4212752" cy="1463120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0716-0C93-4FDD-8C5F-AFC37BE03DA1}" type="datetimeFigureOut">
              <a:rPr lang="pt-BR" smtClean="0"/>
              <a:t>02/01/2025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2573-0694-4C3A-A79F-BCD7B5DD31B9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82618" y="5496089"/>
            <a:ext cx="421275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266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619" y="1162620"/>
            <a:ext cx="4928507" cy="153010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2618" y="2909019"/>
            <a:ext cx="2344403" cy="496536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66887" y="2909019"/>
            <a:ext cx="2344239" cy="49653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0716-0C93-4FDD-8C5F-AFC37BE03DA1}" type="datetimeFigureOut">
              <a:rPr lang="pt-BR" smtClean="0"/>
              <a:t>02/01/2025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2573-0694-4C3A-A79F-BCD7B5DD31B9}" type="slidenum">
              <a:rPr lang="pt-BR" smtClean="0"/>
              <a:t>‹nº›</a:t>
            </a:fld>
            <a:endParaRPr lang="pt-B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82619" y="2668016"/>
            <a:ext cx="492850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994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082619" y="2668016"/>
            <a:ext cx="492850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618" y="1161571"/>
            <a:ext cx="4928508" cy="152579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2618" y="2917129"/>
            <a:ext cx="2344325" cy="115836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618" y="4079502"/>
            <a:ext cx="2344325" cy="38197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66887" y="2922118"/>
            <a:ext cx="2344239" cy="115878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66887" y="4075488"/>
            <a:ext cx="2344239" cy="380953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0716-0C93-4FDD-8C5F-AFC37BE03DA1}" type="datetimeFigureOut">
              <a:rPr lang="pt-BR" smtClean="0"/>
              <a:t>02/01/2025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2573-0694-4C3A-A79F-BCD7B5DD31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776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082619" y="2668016"/>
            <a:ext cx="492850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0716-0C93-4FDD-8C5F-AFC37BE03DA1}" type="datetimeFigureOut">
              <a:rPr lang="pt-BR" smtClean="0"/>
              <a:t>02/01/2025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2573-0694-4C3A-A79F-BCD7B5DD31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8923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0716-0C93-4FDD-8C5F-AFC37BE03DA1}" type="datetimeFigureOut">
              <a:rPr lang="pt-BR" smtClean="0"/>
              <a:t>02/01/2025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2573-0694-4C3A-A79F-BCD7B5DD31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2317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281" y="1154073"/>
            <a:ext cx="1819463" cy="3245836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9992" y="1154074"/>
            <a:ext cx="2871134" cy="6729415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9282" y="4630156"/>
            <a:ext cx="1820527" cy="3247373"/>
          </a:xfrm>
        </p:spPr>
        <p:txBody>
          <a:bodyPr>
            <a:normAutofit/>
          </a:bodyPr>
          <a:lstStyle>
            <a:lvl1pPr marL="0" indent="0" algn="l">
              <a:buNone/>
              <a:defRPr sz="12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0716-0C93-4FDD-8C5F-AFC37BE03DA1}" type="datetimeFigureOut">
              <a:rPr lang="pt-BR" smtClean="0"/>
              <a:t>02/01/2025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2573-0694-4C3A-A79F-BCD7B5DD31B9}" type="slidenum">
              <a:rPr lang="pt-BR" smtClean="0"/>
              <a:t>‹nº›</a:t>
            </a:fld>
            <a:endParaRPr lang="pt-B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1311" y="4630154"/>
            <a:ext cx="181745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464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3747376" y="696470"/>
            <a:ext cx="2633540" cy="7437590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112" y="1631519"/>
            <a:ext cx="2433701" cy="2644177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30096" y="1621452"/>
            <a:ext cx="1676249" cy="558469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2619" y="4544211"/>
            <a:ext cx="2430215" cy="2894294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7498" y="7900905"/>
            <a:ext cx="2439315" cy="462400"/>
          </a:xfrm>
        </p:spPr>
        <p:txBody>
          <a:bodyPr/>
          <a:lstStyle>
            <a:lvl1pPr algn="l">
              <a:defRPr/>
            </a:lvl1pPr>
          </a:lstStyle>
          <a:p>
            <a:fld id="{32460716-0C93-4FDD-8C5F-AFC37BE03DA1}" type="datetimeFigureOut">
              <a:rPr lang="pt-BR" smtClean="0"/>
              <a:t>02/01/2025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78148" y="460260"/>
            <a:ext cx="2438665" cy="463567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2573-0694-4C3A-A79F-BCD7B5DD31B9}" type="slidenum">
              <a:rPr lang="pt-BR" smtClean="0"/>
              <a:t>‹nº›</a:t>
            </a:fld>
            <a:endParaRPr lang="pt-B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0961" y="4540763"/>
            <a:ext cx="243151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72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082619" y="2668016"/>
            <a:ext cx="492850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0716-0C93-4FDD-8C5F-AFC37BE03DA1}" type="datetimeFigureOut">
              <a:rPr lang="pt-BR" smtClean="0"/>
              <a:t>02/01/2025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2573-0694-4C3A-A79F-BCD7B5DD31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46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88522" y="1154074"/>
            <a:ext cx="827270" cy="673095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2619" y="1154074"/>
            <a:ext cx="3975821" cy="673095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0716-0C93-4FDD-8C5F-AFC37BE03DA1}" type="datetimeFigureOut">
              <a:rPr lang="pt-BR" smtClean="0"/>
              <a:t>02/01/2025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2573-0694-4C3A-A79F-BCD7B5DD31B9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5188521" y="1154074"/>
            <a:ext cx="0" cy="6730951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458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911616"/>
            <a:ext cx="6858000" cy="589264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8804255"/>
            <a:ext cx="6858001" cy="111905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8812739"/>
            <a:ext cx="6858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2619" y="1162085"/>
            <a:ext cx="4928507" cy="15155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2619" y="2911615"/>
            <a:ext cx="4928507" cy="4984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4907" y="477202"/>
            <a:ext cx="1776219" cy="4466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60716-0C93-4FDD-8C5F-AFC37BE03DA1}" type="datetimeFigureOut">
              <a:rPr lang="pt-BR" smtClean="0"/>
              <a:t>02/01/2025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2618" y="475668"/>
            <a:ext cx="3025503" cy="4466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5794" y="1154072"/>
            <a:ext cx="596810" cy="72739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4D1A2573-0694-4C3A-A79F-BCD7B5DD31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2853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51435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51435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51435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51435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51435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A7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42D7354-D160-6890-5BA5-A99F06E65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" y="78856"/>
            <a:ext cx="6807202" cy="974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7021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88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A0BA1-CCCB-8C01-EE6F-02641488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E6531EAF-53FA-259D-EE5F-22B0D3605D6A}"/>
              </a:ext>
            </a:extLst>
          </p:cNvPr>
          <p:cNvSpPr txBox="1"/>
          <p:nvPr/>
        </p:nvSpPr>
        <p:spPr>
          <a:xfrm>
            <a:off x="273825" y="2265217"/>
            <a:ext cx="72875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95000"/>
                  </a:schemeClr>
                </a:solidFill>
              </a:rPr>
              <a:t>NO CODE – CRIANDO APLICAÇÕES SEM ESCREVER CÓDIGO</a:t>
            </a:r>
            <a:r>
              <a:rPr lang="pt-BR" sz="2000" dirty="0"/>
              <a:t>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0C284A5-01E2-3840-086C-E16DFD3A5B35}"/>
              </a:ext>
            </a:extLst>
          </p:cNvPr>
          <p:cNvSpPr txBox="1"/>
          <p:nvPr/>
        </p:nvSpPr>
        <p:spPr>
          <a:xfrm>
            <a:off x="81156" y="4781463"/>
            <a:ext cx="67464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Você sabia que é possível criar sites, apps e até automações complexas sem escrever uma única linha de código? Com ferramentas no-</a:t>
            </a:r>
            <a:r>
              <a:rPr lang="pt-BR" sz="2000" dirty="0" err="1">
                <a:solidFill>
                  <a:schemeClr val="bg1"/>
                </a:solidFill>
              </a:rPr>
              <a:t>code</a:t>
            </a:r>
            <a:r>
              <a:rPr lang="pt-BR" sz="2000" dirty="0">
                <a:solidFill>
                  <a:schemeClr val="bg1"/>
                </a:solidFill>
              </a:rPr>
              <a:t>, qualquer pessoa, mesmo sem formação técnica, pode transformar ideias em realidade. Vamos explorar como isso funciona, as vantagens e algumas ferramentas que podem mudar sua maneira de criar.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B14B46B-CDE7-2C62-DA6D-F1CB0255508B}"/>
              </a:ext>
            </a:extLst>
          </p:cNvPr>
          <p:cNvSpPr/>
          <p:nvPr/>
        </p:nvSpPr>
        <p:spPr>
          <a:xfrm>
            <a:off x="689271" y="1172440"/>
            <a:ext cx="53679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34408849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88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B50DC0-D32F-4373-7C95-E7EEC501B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9A1EF9FD-FE07-595F-423D-CDC7B78B3BAF}"/>
              </a:ext>
            </a:extLst>
          </p:cNvPr>
          <p:cNvSpPr/>
          <p:nvPr/>
        </p:nvSpPr>
        <p:spPr>
          <a:xfrm>
            <a:off x="279296" y="1888068"/>
            <a:ext cx="622638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O QUE É NO-CODE</a:t>
            </a:r>
            <a:endParaRPr lang="pt-BR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AF3F8DF-4207-C2FD-1893-7A53728A385D}"/>
              </a:ext>
            </a:extLst>
          </p:cNvPr>
          <p:cNvSpPr txBox="1"/>
          <p:nvPr/>
        </p:nvSpPr>
        <p:spPr>
          <a:xfrm>
            <a:off x="561541" y="4634345"/>
            <a:ext cx="594413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No-</a:t>
            </a:r>
            <a:r>
              <a:rPr lang="pt-BR" sz="2000" dirty="0" err="1">
                <a:solidFill>
                  <a:schemeClr val="bg1"/>
                </a:solidFill>
              </a:rPr>
              <a:t>code</a:t>
            </a:r>
            <a:r>
              <a:rPr lang="pt-BR" sz="2000" dirty="0">
                <a:solidFill>
                  <a:schemeClr val="bg1"/>
                </a:solidFill>
              </a:rPr>
              <a:t> é uma abordagem que permite criar soluções tecnológicas sem programação. Com interfaces visuais simples, você pode arrastar, soltar e configurar componentes, como blocos de montar. É tecnologia acessível, democratizando a inovação.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2142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88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388C5A-CCDA-790F-5C6D-E254529F6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6618B87F-ABE4-F108-3BBC-377A3999F2F6}"/>
              </a:ext>
            </a:extLst>
          </p:cNvPr>
          <p:cNvSpPr/>
          <p:nvPr/>
        </p:nvSpPr>
        <p:spPr>
          <a:xfrm>
            <a:off x="-2969345" y="930267"/>
            <a:ext cx="12662758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Ferramentas No-</a:t>
            </a:r>
            <a:r>
              <a:rPr lang="pt-BR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Code</a:t>
            </a:r>
            <a:r>
              <a:rPr lang="pt-BR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pt-BR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 Como Usá-las</a:t>
            </a:r>
            <a:endParaRPr lang="pt-BR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04D8B6F-5E06-14A1-81B8-E5B74F4295E0}"/>
              </a:ext>
            </a:extLst>
          </p:cNvPr>
          <p:cNvSpPr txBox="1"/>
          <p:nvPr/>
        </p:nvSpPr>
        <p:spPr>
          <a:xfrm>
            <a:off x="429491" y="3463268"/>
            <a:ext cx="623454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chemeClr val="bg1"/>
                </a:solidFill>
              </a:rPr>
              <a:t>Wix</a:t>
            </a:r>
            <a:r>
              <a:rPr lang="pt-BR" sz="2000" dirty="0">
                <a:solidFill>
                  <a:schemeClr val="bg1"/>
                </a:solidFill>
              </a:rPr>
              <a:t> Plataforma para criação de sites. Com </a:t>
            </a:r>
            <a:r>
              <a:rPr lang="pt-BR" sz="2000" dirty="0" err="1">
                <a:solidFill>
                  <a:schemeClr val="bg1"/>
                </a:solidFill>
              </a:rPr>
              <a:t>Wix</a:t>
            </a:r>
            <a:r>
              <a:rPr lang="pt-BR" sz="2000" dirty="0">
                <a:solidFill>
                  <a:schemeClr val="bg1"/>
                </a:solidFill>
              </a:rPr>
              <a:t>, você escolhe um modelo, personaliza cores e textos e já está pronto para vender em poucas horas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Bubble Ferramenta para criar aplicativos. O Bubble permite criar um sistema com login, calendário e pagamento integrado, sem códigos.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 err="1">
                <a:solidFill>
                  <a:schemeClr val="bg1"/>
                </a:solidFill>
              </a:rPr>
              <a:t>Zapier</a:t>
            </a:r>
            <a:r>
              <a:rPr lang="pt-BR" sz="2000" dirty="0">
                <a:solidFill>
                  <a:schemeClr val="bg1"/>
                </a:solidFill>
              </a:rPr>
              <a:t> Serviço de automação que conecta diferentes ferramentas. O </a:t>
            </a:r>
            <a:r>
              <a:rPr lang="pt-BR" sz="2000" dirty="0" err="1">
                <a:solidFill>
                  <a:schemeClr val="bg1"/>
                </a:solidFill>
              </a:rPr>
              <a:t>Zapier</a:t>
            </a:r>
            <a:r>
              <a:rPr lang="pt-BR" sz="2000" dirty="0">
                <a:solidFill>
                  <a:schemeClr val="bg1"/>
                </a:solidFill>
              </a:rPr>
              <a:t> serve para enviar os dados diretamente para o </a:t>
            </a:r>
            <a:r>
              <a:rPr lang="pt-BR" sz="2000" dirty="0" err="1">
                <a:solidFill>
                  <a:schemeClr val="bg1"/>
                </a:solidFill>
              </a:rPr>
              <a:t>Trello</a:t>
            </a:r>
            <a:r>
              <a:rPr lang="pt-BR" sz="2000" dirty="0">
                <a:solidFill>
                  <a:schemeClr val="bg1"/>
                </a:solidFill>
              </a:rPr>
              <a:t>, criando automaticamente uma tarefa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 err="1">
                <a:solidFill>
                  <a:schemeClr val="bg1"/>
                </a:solidFill>
              </a:rPr>
              <a:t>Canva</a:t>
            </a:r>
            <a:r>
              <a:rPr lang="pt-BR" sz="2000" dirty="0">
                <a:solidFill>
                  <a:schemeClr val="bg1"/>
                </a:solidFill>
              </a:rPr>
              <a:t> Ferramenta para design gráfico.  O </a:t>
            </a:r>
            <a:r>
              <a:rPr lang="pt-BR" sz="2000" dirty="0" err="1">
                <a:solidFill>
                  <a:schemeClr val="bg1"/>
                </a:solidFill>
              </a:rPr>
              <a:t>Canva</a:t>
            </a:r>
            <a:r>
              <a:rPr lang="pt-BR" sz="2000" dirty="0">
                <a:solidFill>
                  <a:schemeClr val="bg1"/>
                </a:solidFill>
              </a:rPr>
              <a:t> oferece </a:t>
            </a:r>
            <a:r>
              <a:rPr lang="pt-BR" sz="2000" dirty="0" err="1">
                <a:solidFill>
                  <a:schemeClr val="bg1"/>
                </a:solidFill>
              </a:rPr>
              <a:t>templates</a:t>
            </a:r>
            <a:r>
              <a:rPr lang="pt-BR" sz="2000" dirty="0">
                <a:solidFill>
                  <a:schemeClr val="bg1"/>
                </a:solidFill>
              </a:rPr>
              <a:t> prontos para ajustar com seu logo e mensagem.</a:t>
            </a:r>
          </a:p>
        </p:txBody>
      </p:sp>
    </p:spTree>
    <p:extLst>
      <p:ext uri="{BB962C8B-B14F-4D97-AF65-F5344CB8AC3E}">
        <p14:creationId xmlns:p14="http://schemas.microsoft.com/office/powerpoint/2010/main" val="4244250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88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2B1B22-B3D5-D23C-D144-BD024999B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DD56870-F56A-F8A6-2657-402BF0F2DF53}"/>
              </a:ext>
            </a:extLst>
          </p:cNvPr>
          <p:cNvSpPr/>
          <p:nvPr/>
        </p:nvSpPr>
        <p:spPr>
          <a:xfrm>
            <a:off x="-2938891" y="1748135"/>
            <a:ext cx="12662758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Vantagens do No-</a:t>
            </a:r>
            <a:r>
              <a:rPr lang="pt-BR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Code</a:t>
            </a:r>
            <a:endParaRPr lang="pt-BR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7A6CBF0-AEFD-199B-4BDE-D074FCDFDB78}"/>
              </a:ext>
            </a:extLst>
          </p:cNvPr>
          <p:cNvSpPr txBox="1"/>
          <p:nvPr/>
        </p:nvSpPr>
        <p:spPr>
          <a:xfrm>
            <a:off x="353291" y="3383339"/>
            <a:ext cx="615141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Velocidade: Ferramentas no-</a:t>
            </a:r>
            <a:r>
              <a:rPr lang="pt-BR" sz="2000" dirty="0" err="1">
                <a:solidFill>
                  <a:schemeClr val="bg1"/>
                </a:solidFill>
              </a:rPr>
              <a:t>code</a:t>
            </a:r>
            <a:r>
              <a:rPr lang="pt-BR" sz="2000" dirty="0">
                <a:solidFill>
                  <a:schemeClr val="bg1"/>
                </a:solidFill>
              </a:rPr>
              <a:t> aceleram o desenvolvimento. Você pode lançar um site em horas ou um app em dias, algo que poderia levar semanas com programação tradicional.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Baixo Custo:  Contratar desenvolvedores é caro. Com no-</a:t>
            </a:r>
            <a:r>
              <a:rPr lang="pt-BR" sz="2000" dirty="0" err="1">
                <a:solidFill>
                  <a:schemeClr val="bg1"/>
                </a:solidFill>
              </a:rPr>
              <a:t>code</a:t>
            </a:r>
            <a:r>
              <a:rPr lang="pt-BR" sz="2000" dirty="0">
                <a:solidFill>
                  <a:schemeClr val="bg1"/>
                </a:solidFill>
              </a:rPr>
              <a:t>, você economiza e investe apenas no essencial, como assinaturas acessíveis dessas ferramentas 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.Autonomia: Você controla todo o processo. Não precisa esperar alguém resolver problemas ou fazer ajustes – pode gerenciar tudo sozinho.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Inovação Acessível: Pequenos negócios e empreendedores podem competir com grandes empresas, criando soluções modernas sem grandes investimentos.</a:t>
            </a:r>
          </a:p>
        </p:txBody>
      </p:sp>
    </p:spTree>
    <p:extLst>
      <p:ext uri="{BB962C8B-B14F-4D97-AF65-F5344CB8AC3E}">
        <p14:creationId xmlns:p14="http://schemas.microsoft.com/office/powerpoint/2010/main" val="31211567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88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28945B-3477-1222-B2CB-CFB60A886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7C00F336-35DA-472E-6C39-A9649804E2CD}"/>
              </a:ext>
            </a:extLst>
          </p:cNvPr>
          <p:cNvSpPr/>
          <p:nvPr/>
        </p:nvSpPr>
        <p:spPr>
          <a:xfrm>
            <a:off x="-2902379" y="1561100"/>
            <a:ext cx="12662758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CONCLUSÃO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18A7159-8C6D-9C1B-DA29-5678E5755BEE}"/>
              </a:ext>
            </a:extLst>
          </p:cNvPr>
          <p:cNvSpPr txBox="1"/>
          <p:nvPr/>
        </p:nvSpPr>
        <p:spPr>
          <a:xfrm>
            <a:off x="961014" y="3197745"/>
            <a:ext cx="539822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O no-</a:t>
            </a:r>
            <a:r>
              <a:rPr lang="pt-BR" sz="2000" dirty="0" err="1">
                <a:solidFill>
                  <a:schemeClr val="bg1"/>
                </a:solidFill>
              </a:rPr>
              <a:t>code</a:t>
            </a:r>
            <a:r>
              <a:rPr lang="pt-BR" sz="2000" dirty="0">
                <a:solidFill>
                  <a:schemeClr val="bg1"/>
                </a:solidFill>
              </a:rPr>
              <a:t> é uma revolução. Ele elimina barreiras e coloca o poder de criação nas mãos de qualquer pessoa. Não importa se você quer empreender, automatizar tarefas ou apenas explorar ideias, as ferramentas no-</a:t>
            </a:r>
            <a:r>
              <a:rPr lang="pt-BR" sz="2000" dirty="0" err="1">
                <a:solidFill>
                  <a:schemeClr val="bg1"/>
                </a:solidFill>
              </a:rPr>
              <a:t>code</a:t>
            </a:r>
            <a:r>
              <a:rPr lang="pt-BR" sz="2000" dirty="0">
                <a:solidFill>
                  <a:schemeClr val="bg1"/>
                </a:solidFill>
              </a:rPr>
              <a:t> estão aí para facilitar sua </a:t>
            </a:r>
            <a:r>
              <a:rPr lang="pt-BR" sz="2000" dirty="0" err="1">
                <a:solidFill>
                  <a:schemeClr val="bg1"/>
                </a:solidFill>
              </a:rPr>
              <a:t>vida.Agora</a:t>
            </a:r>
            <a:r>
              <a:rPr lang="pt-BR" sz="2000" dirty="0">
                <a:solidFill>
                  <a:schemeClr val="bg1"/>
                </a:solidFill>
              </a:rPr>
              <a:t> é a sua vez! Escolha uma ferramenta, comece a criar e veja como é possível alcançar grandes resultados com poucos cliques.</a:t>
            </a:r>
          </a:p>
        </p:txBody>
      </p:sp>
    </p:spTree>
    <p:extLst>
      <p:ext uri="{BB962C8B-B14F-4D97-AF65-F5344CB8AC3E}">
        <p14:creationId xmlns:p14="http://schemas.microsoft.com/office/powerpoint/2010/main" val="34137344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88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B8663A-AFBA-7A2B-977D-C80DB7119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A2B98C6C-02D4-B184-939C-51B5B6D0EA89}"/>
              </a:ext>
            </a:extLst>
          </p:cNvPr>
          <p:cNvSpPr/>
          <p:nvPr/>
        </p:nvSpPr>
        <p:spPr>
          <a:xfrm>
            <a:off x="-2902379" y="1561100"/>
            <a:ext cx="12662758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Agradecimentos</a:t>
            </a:r>
            <a:endParaRPr lang="pt-BR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D7CE027-6553-AFFD-55EB-ADA5B5CEF8C4}"/>
              </a:ext>
            </a:extLst>
          </p:cNvPr>
          <p:cNvSpPr txBox="1"/>
          <p:nvPr/>
        </p:nvSpPr>
        <p:spPr>
          <a:xfrm>
            <a:off x="961014" y="3197745"/>
            <a:ext cx="539822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Esse E book foi criado </a:t>
            </a:r>
            <a:r>
              <a:rPr lang="pt-BR" sz="2000" dirty="0" err="1">
                <a:solidFill>
                  <a:schemeClr val="bg1"/>
                </a:solidFill>
              </a:rPr>
              <a:t>po</a:t>
            </a:r>
            <a:r>
              <a:rPr lang="pt-BR" sz="2000" dirty="0">
                <a:solidFill>
                  <a:schemeClr val="bg1"/>
                </a:solidFill>
              </a:rPr>
              <a:t> IA e diagramado por humano, o passo a passo esta disponível no meu </a:t>
            </a:r>
            <a:r>
              <a:rPr lang="pt-BR" sz="2000" dirty="0" err="1">
                <a:solidFill>
                  <a:schemeClr val="bg1"/>
                </a:solidFill>
              </a:rPr>
              <a:t>GuitHub</a:t>
            </a:r>
            <a:r>
              <a:rPr lang="pt-BR" sz="2000" dirty="0">
                <a:solidFill>
                  <a:schemeClr val="bg1"/>
                </a:solidFill>
              </a:rPr>
              <a:t>. 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endParaRPr lang="pt-BR" sz="2000" dirty="0">
              <a:solidFill>
                <a:schemeClr val="bg1"/>
              </a:solidFill>
            </a:endParaRP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Esse conteúdo foi criado para fins de conclusão de curso, não foi validado cuidadosamente por humano, o conteúdo pode conter erros gerados pela IA,</a:t>
            </a:r>
          </a:p>
        </p:txBody>
      </p:sp>
    </p:spTree>
    <p:extLst>
      <p:ext uri="{BB962C8B-B14F-4D97-AF65-F5344CB8AC3E}">
        <p14:creationId xmlns:p14="http://schemas.microsoft.com/office/powerpoint/2010/main" val="37315532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eria">
  <a:themeElements>
    <a:clrScheme name="Gale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1160</TotalTime>
  <Words>432</Words>
  <Application>Microsoft Office PowerPoint</Application>
  <PresentationFormat>Papel A4 (210 x 297 mm)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Galeria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Elizeth De Paiva Souza Felipini</dc:creator>
  <cp:lastModifiedBy>Elizeth De Paiva Souza Felipini</cp:lastModifiedBy>
  <cp:revision>1</cp:revision>
  <dcterms:created xsi:type="dcterms:W3CDTF">2025-01-02T19:10:22Z</dcterms:created>
  <dcterms:modified xsi:type="dcterms:W3CDTF">2025-01-03T14:30:54Z</dcterms:modified>
</cp:coreProperties>
</file>